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COIIAOC · PARTE 2 · SESIÓN II1 DE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Ingesta y Conectividad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8C3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Multi-Canal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2402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B0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el agente recibe órdenes de compra por Telegram, identifica de qué canal vienen y entrega un JSON normalizado listo para el motor de reglas.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3108960" cy="292608"/>
          </a:xfrm>
          <a:prstGeom prst="rect">
            <a:avLst/>
          </a:prstGeom>
          <a:solidFill>
            <a:srgbClr val="0D2E4A"/>
          </a:solidFill>
          <a:ln w="6350">
            <a:solidFill>
              <a:srgbClr val="FF8C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77977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MVP-A VERBEX COMPOSITES · COIIAOC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IDEA FUERZA DE LA SESIÓN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"El agente busca datos él solo."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2402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B0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agente no espera a que alguien le formatee los datos. Tiene canales monitorizados, sabe distinguirlos y extrae lo que necesita sin intervención humana. Eso es Percibir en el ciclo PRDA.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ARQUITECTURA · II1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Qué construimos hoy — pipeline de 4 nodos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[tipo: flujo] — implementar renderer específico en build_from_guion.js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HEURÍSTICA DE CANAL · II1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 canales · detección por estructura del mensaje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55648"/>
            <a:ext cx="40690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55648"/>
            <a:ext cx="54864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email_pdf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 en texto libre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322576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Correos, PDF escaneados, WhatsApp. Canal por defecto cuando no se detecta patrón estructural. → payloads 01, 03, 04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755648"/>
            <a:ext cx="40690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755648"/>
            <a:ext cx="54864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helionlink_csv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21031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CSV pipe-separated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92040" y="2322576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Contiene 'HELIONLINK' o ≥ 5 campos separados por | en la misma línea. → payload 02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172968"/>
            <a:ext cx="40690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172968"/>
            <a:ext cx="54864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644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portal_web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Portal Kairos Defense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3739896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Menciona 'Kairos Defense' o 'portal web'. Detección por palabras clave. → sin payload de prueba (raro)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NODOS 1 Y 2 · II1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Telegram Trigger · Filtro chat_id autorizado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55648"/>
            <a:ext cx="40690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55648"/>
            <a:ext cx="54864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Nodo 1 — Telegram Trigger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telegramTrigger v1.1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322576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Escucha mensajes entrantes en el bot VERBEX. Requiere: Token de bot (desde @BotFather), Credencial «Telegram Bot · VERBEX» configurada en n8n, Solo evento «message» activado.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755648"/>
            <a:ext cx="40690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755648"/>
            <a:ext cx="54864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Nodo 2 — Filtro chat_id autorizado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21031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filter v2 · condición AND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92040" y="2322576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Descarta mensajes antes de ejecutar código. Condición AND: chat_id está en TELEGRAM_ALLOWED_CHAT_IDS (env var CSV) + El mensaje tiene texto no vacío.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NODO 3 · II1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Detectar canal y preprocesar — el núcleo del módulo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55648"/>
            <a:ext cx="40690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55648"/>
            <a:ext cx="54864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Lookup chat_id → ERP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Mirror in-memory clientes.csv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322576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 el chat_id no está en el mapa → null (no rompe el flujo).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755648"/>
            <a:ext cx="40690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755648"/>
            <a:ext cx="54864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Limpieza de texto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21031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Normalización antes del análisis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92040" y="2322576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Trim · colapsar espacios múltiples · normalizar \r\n → \n · truncar a 4 000 chars si el mensaje es gigante.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IO · RE · II1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Contrato completo del módulo II1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[tipo: iore] — implementar renderer específico en build_from_guion.js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PRUEBA · II1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 payloads de prueba — enviar uno a uno al bot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[tipo: tabla] — implementar renderer específico en build_from_guion.js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BLOQUE PRÁCTICO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Importa · Configura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Prueba · Verifica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B0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Sigue los pasos de la guía M3 para importar el workflow, asignar la credencial Telegram y probar los 4 payloads. Objetivo: Gate F1 verde.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[tipo: divider] — implementar renderer específico en build_from_guion.js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GATE F1 · CIERRE · II1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Criterio de cierre · Lo que NO hace II1 · Qué viene en II2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[tipo: gate] — implementar renderer específico en build_from_guion.js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II1 · Ingesta y Conectividad Multi-Canal — COIIAOC Parte 2</dc:title>
  <dc:subject>PptxGenJS Presentation</dc:subject>
  <dc:creator>Bernardo Ronquillo Japón</dc:creator>
  <cp:lastModifiedBy>Bernardo Ronquillo Japón</cp:lastModifiedBy>
  <cp:revision>1</cp:revision>
  <dcterms:created xsi:type="dcterms:W3CDTF">2026-05-12T10:21:06Z</dcterms:created>
  <dcterms:modified xsi:type="dcterms:W3CDTF">2026-05-12T10:21:06Z</dcterms:modified>
</cp:coreProperties>
</file>